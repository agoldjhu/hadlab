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Normativity Lab  |  Johns Hopkins University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0515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478024"/>
            <a:ext cx="121916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570"/>
                </a:solidFill>
              </a:defRPr>
            </a:pPr>
            <a:r>
              <a:t>Gillian Hadfield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916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7D6B55"/>
                </a:solidFill>
              </a:defRPr>
            </a:pPr>
            <a:r>
              <a:t>Director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324612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656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Harsh Satija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487" y="324612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388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Konstantinos Mitsopoulos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807" y="324612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6120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Maria Ryskina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127" y="3246120"/>
            <a:ext cx="960120" cy="960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7852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Rebekah Gelpí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7" y="3246120"/>
            <a:ext cx="96012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Alexander Bernier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1767" y="3246120"/>
            <a:ext cx="960120" cy="960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1316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Andrea Wynn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9087" y="3246120"/>
            <a:ext cx="960120" cy="960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048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Austen Liao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6407" y="3246120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47807" y="42428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Binze Li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167" y="4754880"/>
            <a:ext cx="960120" cy="960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656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Iliana Maifeld-Carucci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2487" y="4754880"/>
            <a:ext cx="96012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4388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Kuleen Sasse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89807" y="4754880"/>
            <a:ext cx="960120" cy="9601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6120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Matthew Renze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7127" y="4754880"/>
            <a:ext cx="960120" cy="960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7852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Shuhui Zhu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447" y="4754880"/>
            <a:ext cx="960120" cy="9601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Seokhyun Baek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1767" y="4754880"/>
            <a:ext cx="960120" cy="9601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1316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Andrew Gold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59087" y="4754880"/>
            <a:ext cx="960120" cy="960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3048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Chris LaRosa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76407" y="4754880"/>
            <a:ext cx="960120" cy="9601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47807" y="5751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F4570"/>
                </a:solidFill>
              </a:defRPr>
            </a:pPr>
            <a:r>
              <a:t>Muhamed Sulejmanagic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